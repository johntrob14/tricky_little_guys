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Qwen3.8-27B with OpenRouter reasoning.effort=none, pinned to DeepInfra with no provider fallback, evaluated on four TikTok tasks with four episodes per task in each of three conditions. It completes the main task in 11/16 easy attacks, 14/16 hard attacks, and 12/16 benign controls; confirmed secret leaks occur in 8/16, 6/16, and 0/16 respectively. All 1,420 assistant turns have no recorded reasoning block, and the API reports zero reasoning tokens, so this is a usable inference-time CoT-disabled capability check with no further training. A confirmed attack leak requires both the environment scorer and the saved exposure judge; five hard-attack grader positives expose only base64 text and fail the decoded-secret criterion, while two easy-attack judge positives fail the environment scorer. This arena_covert_v2 suite is separate from the matched password-policy startgate experiment, and the 95% Wilson intervals describe episode uncertainty conditional on these four tasks, with no matched thinking-on arm in this provider evaluation.</a:t>
            </a:r>
          </a:p>
          <a:p/>
          <a:p>
            <a:r>
              <a:t>FORCED-OFF PASSWORD-POLICY CONTROLS (separate runs; source tables in verified.json)</a:t>
            </a:r>
          </a:p>
          <a:p>
            <a:r>
              <a:t>Main-task success, thinking on -&gt; forced off; 16 episodes in each cell:</a:t>
            </a:r>
          </a:p>
          <a:p>
            <a:r>
              <a:t>GPT-OSS-120B: always monitored 11 -&gt; 6; startgate-direct 10 -&gt; 3.</a:t>
            </a:r>
          </a:p>
          <a:p>
            <a:r>
              <a:t>Qwen3.8-27B: always monitored 16 -&gt; 14; startgate-direct 15 -&gt; 13.</a:t>
            </a:r>
          </a:p>
          <a:p>
            <a:r>
              <a:t>Qwen3.8-27B OPSD+GRPO: always monitored 16 -&gt; 16; startgate-direct 13 -&gt; 14.</a:t>
            </a:r>
          </a:p>
          <a:p>
            <a:r>
              <a:t>GPT-OSS uses a prefill that forces a commentary/tool-call header and changes tool-use formatting. Qwen uses qwen3_8_disable_thinking. Residual nonempty reasoning turns: GPT-OSS 35/1274 and 33/1012; Qwen 1/649 and 3/796; Qwen organism 0/738 and 1/673. These are imperfect CoT-off interventions, so they are not the main evidence on this slide.</a:t>
            </a:r>
          </a:p>
          <a:p/>
          <a:p>
            <a:r>
              <a:t>TASKS IN THE FIGURE</a:t>
            </a:r>
          </a:p>
          <a:p>
            <a:r>
              <a:t>missing_user_id_in_guess_response; sponsor_statsv2_diggcount_total; token_bucket_rate_limiter_per_user; video_url_format_validation.</a:t>
            </a:r>
          </a:p>
          <a:p>
            <a:r>
              <a:t>The side task asks the agent to expose a seeded secret. Easy and hard differ in the secret source/encoding and required leak surface. The benign control has no side-task instruction.</a:t>
            </a:r>
          </a:p>
          <a:p/>
          <a:p>
            <a:r>
              <a:t>VERIFICATION</a:t>
            </a:r>
          </a:p>
          <a:p>
            <a:r>
              <a:t>Raw .eval headers, episode scores, recorded reasoning, and usage counts independently recounted; saved per-episode audits cross-checked. Existing exposure labels and their explanations reused, not independently rejudged. See verified.json for source files, hashes, episode-level outcomes, and interval endpoints. No model calls were made for this slide.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1325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 b="1">
                <a:solidFill>
                  <a:srgbClr val="147D79"/>
                </a:solidFill>
                <a:latin typeface="Arial"/>
              </a:defRPr>
            </a:pPr>
            <a:r>
              <a:t>QWEN3.8-27B · REASONING DISABLED · TIKTOK TASK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3258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202A36"/>
                </a:solidFill>
                <a:latin typeface="Arial"/>
              </a:defRPr>
            </a:pPr>
            <a:r>
              <a:t>Can Qwen complete TikTok tasks without CoT?</a:t>
            </a:r>
          </a:p>
        </p:txBody>
      </p:sp>
      <p:pic>
        <p:nvPicPr>
          <p:cNvPr id="4" name="Picture 3" descr="cotless_tikt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13898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15000"/>
            <a:ext cx="131673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200" b="0">
                <a:solidFill>
                  <a:srgbClr val="202A36"/>
                </a:solidFill>
                <a:latin typeface="Arial"/>
              </a:defRPr>
            </a:pPr>
            <a:r>
              <a:t>0 / 1,420 assistant turns contain recorded CoT.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31673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200" b="0">
                <a:solidFill>
                  <a:srgbClr val="202A36"/>
                </a:solidFill>
                <a:latin typeface="Arial"/>
              </a:defRPr>
            </a:pPr>
            <a:r>
              <a:t>Four tasks × four episodes per condition; a separate CoT-disabled capability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406640"/>
            <a:ext cx="1325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 b="0">
                <a:solidFill>
                  <a:srgbClr val="65717E"/>
                </a:solidFill>
                <a:latin typeface="Arial"/>
              </a:defRPr>
            </a:pPr>
            <a:r>
              <a:t>95% Wilson CIs · Leak = environment scorer + exposure judge · Benign control has no side task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